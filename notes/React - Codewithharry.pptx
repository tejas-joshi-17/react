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313" r:id="rId47"/>
    <p:sldId id="312" r:id="rId48"/>
    <p:sldId id="301" r:id="rId49"/>
    <p:sldId id="302" r:id="rId50"/>
    <p:sldId id="303" r:id="rId51"/>
    <p:sldId id="304" r:id="rId52"/>
    <p:sldId id="305" r:id="rId53"/>
    <p:sldId id="306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781522-D771-78FA-F25C-3AF42A956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" y="631483"/>
            <a:ext cx="12179364" cy="55950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186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A072E-60AE-6701-9A47-4B26F158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0359"/>
            <a:ext cx="12141338" cy="353440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761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49C51C-9921-96EB-2DA9-0AFF73A91613}"/>
              </a:ext>
            </a:extLst>
          </p:cNvPr>
          <p:cNvGrpSpPr/>
          <p:nvPr/>
        </p:nvGrpSpPr>
        <p:grpSpPr>
          <a:xfrm>
            <a:off x="443948" y="96079"/>
            <a:ext cx="11304104" cy="6665842"/>
            <a:chOff x="0" y="1"/>
            <a:chExt cx="10880035" cy="633486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405006-A37D-0596-F3AD-EA8B91787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"/>
              <a:ext cx="10880035" cy="50154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88D796A-C7B9-BF59-D42B-657D1440B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015479"/>
              <a:ext cx="10880035" cy="13193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4034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1ECDED6-632F-E4DA-FC03-6C853BDDEF86}"/>
              </a:ext>
            </a:extLst>
          </p:cNvPr>
          <p:cNvGrpSpPr/>
          <p:nvPr/>
        </p:nvGrpSpPr>
        <p:grpSpPr>
          <a:xfrm>
            <a:off x="775207" y="113101"/>
            <a:ext cx="9554908" cy="6631797"/>
            <a:chOff x="761955" y="196590"/>
            <a:chExt cx="9554908" cy="66317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939492-6555-26E5-875F-3AC31BB255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3302"/>
            <a:stretch/>
          </p:blipFill>
          <p:spPr>
            <a:xfrm>
              <a:off x="761955" y="196590"/>
              <a:ext cx="9554908" cy="22020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D905BA-72F4-E1DF-4F21-3BAF6D4920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279"/>
            <a:stretch/>
          </p:blipFill>
          <p:spPr>
            <a:xfrm>
              <a:off x="761955" y="2398644"/>
              <a:ext cx="9554908" cy="44297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09491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7AEB3B-C742-820D-46F1-62F86BB4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6" y="118074"/>
            <a:ext cx="5465951" cy="66915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50E2B7-7118-C450-F6E5-A2F7AF65B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950" y="2689672"/>
            <a:ext cx="6126324" cy="21606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4781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3CF61-F4D8-51CB-8AF0-BA60CCCCF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09" y="1008169"/>
            <a:ext cx="11502782" cy="52998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205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4A9699-701B-DF0F-1C77-22136CB20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52" y="343209"/>
            <a:ext cx="11798496" cy="53287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07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77BA08-1AFC-0323-43D1-E717457B6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" y="151607"/>
            <a:ext cx="8047619" cy="5242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1B4139-77C7-CC6B-1872-3728308E9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536" y="3551881"/>
            <a:ext cx="5407735" cy="31545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1342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CD9546-7977-000E-B681-2C85831AE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89" y="472457"/>
            <a:ext cx="11861022" cy="59130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099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47446-F6D9-4F65-7B4B-021B35747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75" y="60372"/>
            <a:ext cx="11455728" cy="57407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84AEF-2752-A646-9A70-E2A48FD4B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444" y="4849610"/>
            <a:ext cx="4457982" cy="1903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319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58E6E-86FA-CAA3-880D-1A4AAC2FB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8" y="253028"/>
            <a:ext cx="11297206" cy="43107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35ECA7-7B16-F183-C0B3-66A002684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483" y="4296487"/>
            <a:ext cx="5482809" cy="24091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5838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80EC9F-F818-256D-DBB4-E18F77DB0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1" y="1037362"/>
            <a:ext cx="12042878" cy="39454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422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7196E8-1F0A-2A25-8D2F-DFEA299DF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" y="1510748"/>
            <a:ext cx="11940894" cy="29022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1689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0950D-EFCB-584D-B921-CCBB6A22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10" y="1452260"/>
            <a:ext cx="11540259" cy="39534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003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B5425-6A0E-6373-9893-9E70BC027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9" y="865740"/>
            <a:ext cx="11910328" cy="33749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617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E49807-42FD-8F21-92A3-2B78C19DB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90" y="543496"/>
            <a:ext cx="10308388" cy="49429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778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B4CEE-EA13-B009-D52A-1109EA2E1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50" y="704296"/>
            <a:ext cx="11884899" cy="54494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4638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949B4-D2B1-E5D3-8FFB-BE6C4518D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7" y="693187"/>
            <a:ext cx="12103486" cy="45944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8165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BE502-72F4-F8B9-ECC7-5BDB9461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4" y="691536"/>
            <a:ext cx="11999851" cy="48213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9431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E7243-82A3-8F68-CC31-D6E9B5270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4" y="449504"/>
            <a:ext cx="6595279" cy="51296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13BB94-D776-E9FD-0D21-C5BD6956D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84" y="3040846"/>
            <a:ext cx="5253535" cy="3367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8869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4A3270-2F60-70EF-C544-8F73D0B1C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2" y="279215"/>
            <a:ext cx="11950918" cy="60818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E8A23F-1625-2474-CB1C-74F943971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235" y="2557340"/>
            <a:ext cx="3698491" cy="29555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7338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0719A-CA47-0EFF-6EEA-7EB011461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2" y="154801"/>
            <a:ext cx="11872052" cy="5596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8566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974C99-EE7E-6F76-7B44-14174BC76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23" y="220406"/>
            <a:ext cx="10015831" cy="64321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1787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843CC-9F4C-51D2-B707-FE8FCCE56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65" y="218627"/>
            <a:ext cx="7570609" cy="44063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1421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6410C-1CCF-D73D-159E-2CC47A67A9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6"/>
          <a:stretch/>
        </p:blipFill>
        <p:spPr>
          <a:xfrm>
            <a:off x="59635" y="1229540"/>
            <a:ext cx="12072730" cy="36340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2042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70658-BA16-7A7C-D5A9-0ED1F5D81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9" y="111360"/>
            <a:ext cx="11871016" cy="4288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7988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3BF62-4A42-E2BB-C3D0-A30E377D7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2" y="142967"/>
            <a:ext cx="6256171" cy="6361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A5065-CEFF-A937-1857-A47C6F8155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76"/>
          <a:stretch/>
        </p:blipFill>
        <p:spPr>
          <a:xfrm>
            <a:off x="5486400" y="2532939"/>
            <a:ext cx="6483550" cy="21980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8139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BD9C11-742C-8A08-B13A-EAA42AF46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4" y="156947"/>
            <a:ext cx="5625634" cy="65441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68253-045C-9C03-E815-FE8C21116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922" y="184850"/>
            <a:ext cx="3574913" cy="2578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875C57-C460-B6DE-EEA5-64320E600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505" y="1944755"/>
            <a:ext cx="3574258" cy="23224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9D7BA1-C1EB-51D6-AB63-5B40801B9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67199"/>
            <a:ext cx="5625634" cy="24035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3173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F9200-9EF3-3914-3810-78DB9625D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5" y="218650"/>
            <a:ext cx="12072729" cy="36743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29F85C-D9AC-7335-D029-E36185D11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999" y="3998975"/>
            <a:ext cx="8087719" cy="2746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946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472FA-95FB-0F82-7BC3-B44C37272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30" y="1822903"/>
            <a:ext cx="5516768" cy="2749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4826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0F3ED0-13C9-EA87-8647-3B9B2AA4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17" y="183697"/>
            <a:ext cx="7115416" cy="30895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2449E0-C694-CEF8-93A8-5A90C9746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836" y="2507975"/>
            <a:ext cx="8342648" cy="41663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0335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50521-F761-F5B3-4BB8-04C9044BF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61" y="425688"/>
            <a:ext cx="9213194" cy="42655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0124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4F51B-B714-8E85-3BF7-FC24546E4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0" y="341136"/>
            <a:ext cx="11849944" cy="60464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9330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BBE5A-ADD7-FC82-140C-26F7B8A7DFEE}"/>
              </a:ext>
            </a:extLst>
          </p:cNvPr>
          <p:cNvSpPr txBox="1"/>
          <p:nvPr/>
        </p:nvSpPr>
        <p:spPr>
          <a:xfrm>
            <a:off x="3803374" y="497606"/>
            <a:ext cx="38298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latin typeface="Bookman Old Style" panose="02050604050505020204" pitchFamily="18" charset="0"/>
              </a:rPr>
              <a:t>React Hooks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7C74A-3D0A-E2F2-D6A3-9CE6535BB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77" y="1241521"/>
            <a:ext cx="10608281" cy="51188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7643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6DF34-CFF3-E26C-E6F0-52B1D9CC0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4" y="585369"/>
            <a:ext cx="11973072" cy="35228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4915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2D374-EB5C-F145-1D42-6AEE65F58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8" y="136976"/>
            <a:ext cx="11925783" cy="50843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2524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E598DD-46A4-1DBA-7C77-C07D33DE4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1" y="202317"/>
            <a:ext cx="11927598" cy="3226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835013-C85F-7AC7-63A9-5F39C0F23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85" y="3521765"/>
            <a:ext cx="9853295" cy="32266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9515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AA2E-62F0-47F0-7650-AD7DF80F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2" y="151943"/>
            <a:ext cx="11938637" cy="37574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1663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0C4BF6-D188-AE81-E3A7-F00D59EBC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03" y="193733"/>
            <a:ext cx="8054167" cy="43385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A561A8-EB2F-1BC6-A888-F81B0FA67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84" y="4685795"/>
            <a:ext cx="3668546" cy="18342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F1DC89-26BD-EA0F-B9B6-B99B100E8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543" y="4685795"/>
            <a:ext cx="4275473" cy="18342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5C3C76-A7E0-5AFA-D040-256D2786F7E6}"/>
              </a:ext>
            </a:extLst>
          </p:cNvPr>
          <p:cNvSpPr txBox="1"/>
          <p:nvPr/>
        </p:nvSpPr>
        <p:spPr>
          <a:xfrm>
            <a:off x="4956313" y="5187432"/>
            <a:ext cx="2080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Bookman Old Style" panose="02050604050505020204" pitchFamily="18" charset="0"/>
              </a:rPr>
              <a:t>After Clicking</a:t>
            </a: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7C684751-C95F-89AE-888B-554E6BF21EA5}"/>
              </a:ext>
            </a:extLst>
          </p:cNvPr>
          <p:cNvSpPr/>
          <p:nvPr/>
        </p:nvSpPr>
        <p:spPr>
          <a:xfrm>
            <a:off x="4399722" y="4685795"/>
            <a:ext cx="2637182" cy="707840"/>
          </a:xfrm>
          <a:prstGeom prst="curved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9123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A360A-94EB-FED8-3703-AF77D7676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64" y="442813"/>
            <a:ext cx="6218484" cy="5427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1A9DAE-2AF9-7409-80CE-8CA24E24F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087" y="1167023"/>
            <a:ext cx="5404981" cy="5021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3050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29551-58C1-84F4-2EEA-0CE5FDEC8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57" y="117900"/>
            <a:ext cx="5303199" cy="6622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61748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17B06C-8F00-4BE2-465F-B686E6456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6" y="2301484"/>
            <a:ext cx="11666348" cy="8922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8481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298BAD-E206-259C-214A-CCA9449D8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" y="122582"/>
            <a:ext cx="12096947" cy="66128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D1ACF6-5CF2-DE45-BE2D-C2F15B0E6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337" y="1424301"/>
            <a:ext cx="5363358" cy="1557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4240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AD915-3BF5-0B14-1645-094099A95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8" y="237320"/>
            <a:ext cx="11973943" cy="29962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B3189-15E9-10CE-AC1F-A3DF2DA46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811" y="1436812"/>
            <a:ext cx="7041943" cy="51838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3590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2223E8-B750-2B43-D468-F9EC077AF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472" y="2374965"/>
            <a:ext cx="4277364" cy="14003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07041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C4D0C0-CA98-4D33-9673-33EB1FE7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9" y="147773"/>
            <a:ext cx="9639140" cy="58448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4B8AD8-58C5-8A61-940F-24EACE357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128" y="2328413"/>
            <a:ext cx="6408403" cy="7195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7D1428-47AC-34AF-0CF9-F48555F19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69" y="6088899"/>
            <a:ext cx="11857062" cy="4908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0140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571BD-2F95-2457-C428-FCA8E23B0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14" y="181073"/>
            <a:ext cx="11716807" cy="62594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2814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EF1CFE-8318-68AC-9EE3-4CA1F66E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20" y="300427"/>
            <a:ext cx="11739295" cy="4616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27632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76209-AD20-5949-152D-0647BC36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0" y="301189"/>
            <a:ext cx="9806600" cy="61791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82954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56A5F-7F3A-7904-E95A-EA9BBCA6D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4" r="1974"/>
          <a:stretch/>
        </p:blipFill>
        <p:spPr>
          <a:xfrm>
            <a:off x="119270" y="473276"/>
            <a:ext cx="11945633" cy="48938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7208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61A1F-4858-2F8B-1E67-0552AD18A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61278"/>
            <a:ext cx="12161403" cy="47263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37950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34408-9C69-E96D-EA16-9588058D4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0" y="143009"/>
            <a:ext cx="11877400" cy="45350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B7189-FE28-1E13-D9D0-B4299B96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00" y="4941970"/>
            <a:ext cx="11704405" cy="9287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68328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A62D96F-99A0-DD34-96C6-ABAFB48DD1B6}"/>
              </a:ext>
            </a:extLst>
          </p:cNvPr>
          <p:cNvGrpSpPr/>
          <p:nvPr/>
        </p:nvGrpSpPr>
        <p:grpSpPr>
          <a:xfrm>
            <a:off x="454508" y="264147"/>
            <a:ext cx="9921944" cy="6020698"/>
            <a:chOff x="454508" y="264147"/>
            <a:chExt cx="9921944" cy="60206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E70A40-848C-9190-AB55-904DF960F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508" y="264147"/>
              <a:ext cx="9921944" cy="54496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0B588D-A4B3-6E94-6611-3BFAF0AD9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508" y="5713780"/>
              <a:ext cx="9921944" cy="5710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9309538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94</TotalTime>
  <Words>4</Words>
  <Application>Microsoft Office PowerPoint</Application>
  <PresentationFormat>Widescreen</PresentationFormat>
  <Paragraphs>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Bookman Old Style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joshitejas188@gmail.com</dc:creator>
  <cp:lastModifiedBy>Tejas Joshi</cp:lastModifiedBy>
  <cp:revision>23</cp:revision>
  <dcterms:created xsi:type="dcterms:W3CDTF">2023-03-24T09:54:09Z</dcterms:created>
  <dcterms:modified xsi:type="dcterms:W3CDTF">2025-12-16T11:03:43Z</dcterms:modified>
</cp:coreProperties>
</file>