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19:28.21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7183 41 24575,'0'-1'0,"0"-1"0,-1 1 0,1 0 0,-1-1 0,1 1 0,-1 0 0,0 0 0,1 0 0,-1-1 0,0 1 0,0 0 0,0 0 0,0 0 0,0 0 0,0 0 0,0 0 0,0 1 0,0-1 0,0 0 0,-1 0 0,1 1 0,0-1 0,0 1 0,-1-1 0,1 1 0,0 0 0,-3-1 0,-44-6 0,44 6 0,-430-6 0,256 10 0,-303 12 0,-685 43 0,625-10 0,2 33 0,407-59 0,50-9 0,-247 47 0,52 1 0,124-41 0,98-14 0,-74 16 0,-8 7 0,-173 15 0,288-42 0,-220 39 0,102-14 0,110-21 0,1 2 0,-35 14 0,40-12 0,-2-2 0,1-1 0,-41 7 0,-90-7 0,99-6 0,-68 9 0,25 6 0,-13 3 0,-169 7 0,239-22 0,0 2 0,1 1 0,-1 2 0,-51 20 0,27-10 0,-210 55 0,274-73 0,0 0 0,0 0 0,0-1 0,0 0 0,-1 1 0,1-1 0,0 0 0,0 0 0,0-1 0,0 1 0,-6-2 0,8 2 0,1 0 0,0-1 0,-1 1 0,1 0 0,-1 0 0,1-1 0,0 1 0,0 0 0,-1-1 0,1 1 0,0 0 0,-1-1 0,1 1 0,0-1 0,0 1 0,0 0 0,-1-1 0,1 1 0,0-1 0,0 1 0,0-1 0,0 1 0,0-1 0,0 1 0,0 0 0,0-1 0,0 0 0,11-20 0,56-50 0,-50 55 0,-1 0 0,0-1 0,16-24 0,-22 19 0,-23 26 0,-24 31 0,33-30 0,-7 9 0,1 0 0,1 0 0,0 1 0,-9 24 0,16-35 0,1 0 0,-1 0 0,1 0 0,1 0 0,-1 0 0,0 0 0,1 0 0,0 1 0,0-1 0,0 0 0,1 0 0,-1 0 0,1 0 0,0 0 0,0 0 0,0 0 0,1 0 0,0 0 0,-1 0 0,1-1 0,0 1 0,1-1 0,-1 1 0,4 3 0,6 4-216,1 0 1,0 0-1,1-1 0,0-1 0,21 11 0,-34-20 146,33 19-6756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19:32.82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9462 0 24575,'2'171'0,"-5"199"0,0-326 0,-2 0 0,-21 82 0,-39 84 0,22-78 0,-26 76 0,-122 253 0,166-407 0,-217 415 0,-58-33 0,117-180 0,89-128 0,-146 155 0,213-257 0,-1 0 0,-2-3 0,0 0 0,-1-2 0,-1-1 0,-1-1 0,-1-2 0,-48 17 0,-14-1 0,-186 37 0,226-62 0,-100 4 0,-8-1 0,-673 48 0,-3-58 0,471-4 0,-3672 3 0,4006-2 0,0-1 0,1-1 0,-1-2 0,-42-12 0,-131-54 0,87 27 0,83 33 0,-71-28 0,100 37 0,0-2 0,1 1 0,0-1 0,0 0 0,0-1 0,1 0 0,0 0 0,0 0 0,-8-10 0,14 14 0,0 0 0,0 1 0,0-1 0,0 0 0,0 0 0,0 0 0,0 0 0,0 0 0,1 0 0,-1 0 0,1 0 0,-1 0 0,1 0 0,0 0 0,0-1 0,0 1 0,0 0 0,0 0 0,1 0 0,0-3 0,0 1 0,1 1 0,0-1 0,0 1 0,0-1 0,0 1 0,0 0 0,1 0 0,-1 0 0,1 0 0,5-3 0,7-5 0,0 0 0,2 1 0,29-13 0,-35 18 0,21-11 0,-1 2 0,2 2 0,0 0 0,0 3 0,62-11 0,-123 24 0,-1 1 0,1 2 0,1 1 0,-53 22 0,34-5 0,26-15 0,1 1 0,0 0 0,1 2 0,-32 28 0,45-36 0,1 0 0,-1 1 0,1-1 0,0 1 0,1 0 0,0 0 0,0 0 0,0 0 0,1 1 0,-1-1 0,1 1 0,1-1 0,0 1 0,0 0 0,0 0 0,0-1 0,1 1 0,0 0 0,1 0 0,2 10 0,1 0 28,0 0-1,2 0 1,14 29-1,3 10-1502,-14-26-5351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13:01.663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4880 1 24575,'-1729'0'0,"1598"6"0,-253 48 0,96-9 0,-287 57 0,550-94 0,-1 1 0,-32 16 0,38-15 0,0-2 0,0 0 0,-1-1 0,-25 5 0,-3 0 0,0 2 0,1 2 0,1 2 0,1 3 0,-51 29 0,-11 5 0,-87 20 0,61-10 0,-142 45 0,236-97 0,2 1 0,0 2 0,0 1 0,1 3 0,2 0 0,0 2 0,-56 48 0,61-40 0,21-21 0,0 1 0,0-1 0,-1-1 0,-1 1 0,-19 11 0,29-20 0,1 0 0,-1 1 0,1-1 0,-1 0 0,1 0 0,-1 0 0,0 0 0,1 0 0,-1 1 0,1-1 0,-1 0 0,1 0 0,-1 0 0,0 0 0,1-1 0,-1 1 0,1 0 0,-1 0 0,1 0 0,-1 0 0,0-1 0,1 1 0,-1 0 0,1 0 0,-1-1 0,1 1 0,-1-1 0,1 1 0,0 0 0,-1-1 0,1 1 0,-1-1 0,1 1 0,0-1 0,-1 1 0,1-1 0,0 1 0,0-1 0,-1 1 0,1-1 0,0 1 0,0-1 0,0 1 0,0-1 0,0 0 0,0 1 0,0-1 0,0 0 0,-1-33 0,1 29 0,4-46 0,3 0 0,26-95 0,-17 99 0,2 1 0,3 1 0,26-42 0,-26 48 0,-77 171 0,13-37 0,29-62 0,-28 50 0,40-79 0,-1 0 0,1 0 0,0 1 0,0-1 0,0 0 0,1 1 0,0-1 0,0 1 0,0 0 0,0-1 0,0 1 0,1 0 0,0-1 0,0 1 0,0 0 0,1-1 0,0 1 0,1 5 0,0-4 0,1 0 0,0 0 0,0 0 0,1-1 0,-1 1 0,1-1 0,0 0 0,1 0 0,-1 0 0,1 0 0,0-1 0,9 6 0,-1-1 0,1 0 0,0-1 0,1-1 0,0 0 0,0-1 0,22 5 0,99 16 0,-90-19 0,52 14 0,47 26-1365,-109-37-5461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17:25.42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2876 0 24575,'898'0'0,"-852"2"0,-1 2 0,1 2 0,-1 2 0,-1 1 0,0 3 0,44 18 0,248 121 0,-260-113 0,288 152 0,-71-36 0,146 87 0,-394-211 0,-2 2 0,-1 1 0,-2 2 0,-1 3 0,67 81 0,139 236 0,-199-283 0,-21-33 0,-1 1 0,-2 0 0,-2 2 0,-1 1 0,-3 0 0,20 79 0,-20-30 0,-4 1 0,-1 182 0,-10-210 0,0-18 0,-8 70 0,5-102 0,-1 0 0,0 0 0,-1-1 0,-1 1 0,0-1 0,-1 0 0,-1-1 0,-14 24 0,-10 5 0,-3-1 0,0-2 0,-43 37 0,-127 94 0,172-147 0,-1-1 0,0-1 0,-2-2 0,-54 21 0,-154 42 0,123-45 0,67-23 0,0-2 0,-1-3 0,-61 3 0,-4 1 0,-531 96 0,181-27 0,344-63 0,-138 24 0,184-30 0,-99 3 0,-24 2 0,-281 58 0,343-64 0,-230-9 0,187-6 0,-1123 3 0,1276 0 0,-1-1 0,1-2 0,-47-9 0,67 9 0,0 0 0,0 0 0,0 0 0,0-2 0,1 1 0,0-1 0,0 0 0,0-1 0,0 0 0,1-1 0,0 1 0,0-2 0,-10-11 0,18 18 0,-1 1 0,0-1 0,0 0 0,1 1 0,-1-1 0,0 0 0,1 0 0,-1 0 0,0 0 0,1 0 0,0 0 0,-1 0 0,1 0 0,-1 0 0,1 0 0,0 0 0,0 0 0,0 0 0,-1 0 0,1 0 0,0 0 0,0 0 0,0 0 0,1 0 0,-1 0 0,0 0 0,0 0 0,1 0 0,-1 0 0,0 0 0,1 0 0,-1 0 0,1 0 0,-1 0 0,1 0 0,-1 1 0,1-1 0,0 0 0,0 0 0,-1 0 0,1 1 0,0-1 0,0 1 0,0-1 0,0 0 0,0 1 0,-1-1 0,1 1 0,0 0 0,0-1 0,2 1 0,6-3 0,1 1 0,-1 0 0,1 0 0,14 0 0,-11 1 0,52-10 0,0-2 0,78-29 0,17-2 0,-294 63 0,-36 23 0,103-22 0,-110 15 0,129-30 0,24-4 0,0 2 0,0 0 0,0 1 0,0 2 0,-31 11 0,53-16 0,1-1 0,0 1 0,0-1 0,0 1 0,-1 0 0,1 0 0,0 0 0,0-1 0,0 1 0,0 0 0,0 0 0,1 0 0,-1 1 0,0-1 0,0 0 0,1 0 0,-1 0 0,1 0 0,-1 1 0,1-1 0,-1 0 0,1 1 0,0-1 0,-1 0 0,1 1 0,0-1 0,0 0 0,0 1 0,0-1 0,0 0 0,1 1 0,-1-1 0,0 0 0,1 1 0,-1-1 0,1 0 0,-1 1 0,1-1 0,-1 0 0,1 0 0,0 0 0,0 0 0,0 0 0,0 1 0,6 7 0,1 0 0,-1 0 0,1-1 0,10 8 0,-12-12 0,86 69 0,-66-54 0,0 1 0,-1 1 0,-1 1 0,40 48 0,25 71-1365,-73-118-5461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17:34.55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0 11419 24575,'7'0'0,"1"-1"0,-1 0 0,0-1 0,0 0 0,9-4 0,18-4 0,45-9 0,102-38 0,-40 10 0,199-65 0,254-69 0,-72 91 0,-137 29 0,-279 39 0,170-59 0,-136 38 0,253-44 0,17-4 0,-231 48 0,261-28 0,-388 64 0,74-15 0,164-52 0,61-14 0,14 24-128,716-152-556,-459 43 684,-447 114 0,250-122 0,-172 52 156,410-186 500,-392 199-656,-4-11 0,378-244 0,-313 139 0,-254 170 0,-4-3 0,68-77 0,-30 4 0,6-8 0,-77 106 0,1 1 0,95-64 0,-83 61 0,-36 27 0,1 0 0,25-14 0,86-37 0,-87 47 0,-1-2 0,-1-2 0,-1-2 0,66-54 0,-41 21 0,72-51 0,97-85 0,-162 128 0,102-71 0,-148 119 0,0-1 0,-1-1 0,-1-1 0,37-43 0,9-9 0,-50 55 0,-1-2 0,-1 0 0,19-28 0,-26 32 0,140-199 0,-13 14 0,-37 49 0,41-78 0,-95 149 0,-39 63 0,0 0 0,-2 0 0,0 0 0,0-1 0,-2 0 0,4-35 0,-4 24 0,14-50 0,12-18 0,-8 22 0,50-111 0,-39 123 0,-16 32 0,19-48 0,-31 62 0,0 0 0,-2 0 0,0 0 0,0-31 0,-2 33 0,0 0 0,0 0 0,2 0 0,0 1 0,1-1 0,10-26 0,69-165 0,-73 176 0,-2-1 0,-1 0 0,-2 0 0,2-59 0,-6 49 0,-6-215 0,2 245 0,0 0 0,-1-1 0,0 1 0,-1 0 0,0 1 0,-1-1 0,0 1 0,-1 0 0,0 1 0,-14-16 0,10 13 0,1-1 0,1 1 0,0-2 0,1 1 0,-12-32 0,5-8 0,3 10 0,-1 1 0,-3 1 0,-22-46 0,-3 7 0,28 51 0,-1 2 0,-2 0 0,0 1 0,-2 0 0,-30-34 0,-55-36 0,69 67 0,1-2 0,1-1 0,2-1 0,-33-48 0,-48-108 0,70 114 0,-3 2 0,-3 3 0,-85-100 0,84 118 0,17 18 0,-1 1 0,-2 1 0,-72-54 0,-150-107 0,-19-14 0,212 165 0,1-4 0,3-2 0,2-2 0,-56-67 0,-41-71 0,-36-40 0,85 126 0,67 70 0,2-2 0,2-1 0,1-2 0,-37-55 0,66 86 0,0 0 0,1 1 0,-1-1 0,1 0 0,1-1 0,-1 1 0,-1-11 0,4 16 0,0 0 0,0 0 0,0 0 0,0 0 0,0 0 0,0 0 0,1 0 0,-1 0 0,1 0 0,-1 0 0,1 0 0,0 0 0,0 0 0,0 0 0,0 1 0,0-1 0,0 0 0,1 1 0,-1-1 0,0 1 0,1-1 0,-1 1 0,1 0 0,0-1 0,-1 1 0,1 0 0,0 0 0,0 0 0,0 0 0,-1 1 0,5-2 0,17-3 0,0 0 0,-1 2 0,2 1 0,-1 0 0,0 2 0,0 1 0,29 4 0,3-1 0,-25-2 0,-34-3 0,-50-9 0,12-6-1365,2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17:37.72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193 24 24575,'0'-1'0,"0"0"0,0 0 0,0 0 0,0 0 0,-1 0 0,1 0 0,0 0 0,-1 0 0,1 0 0,-1 0 0,1 0 0,-1 0 0,1 0 0,-1 1 0,0-1 0,1 0 0,-1 0 0,0 1 0,0-1 0,1 0 0,-1 1 0,0-1 0,0 1 0,0-1 0,0 1 0,0-1 0,0 1 0,0 0 0,0-1 0,0 1 0,0 0 0,0 0 0,0 0 0,0 0 0,0 0 0,0 0 0,0 0 0,0 0 0,-1 0 0,-3 1 0,-1 0 0,1-1 0,0 1 0,0 1 0,0-1 0,-8 4 0,5 0 0,1-1 0,-1 2 0,1-1 0,0 1 0,0 0 0,0 0 0,1 1 0,0-1 0,0 2 0,1-1 0,0 1 0,0-1 0,1 1 0,0 1 0,0-1 0,1 0 0,0 1 0,1 0 0,0 0 0,-2 13 0,-1 19 0,2 0 0,2 0 0,5 55 0,-2-35 0,-2-49 0,1-1 0,-1 0 0,2 1 0,0-1 0,0 0 0,1 0 0,7 18 0,-8-25 0,0 0 0,1 0 0,-1 0 0,1-1 0,0 1 0,0-1 0,0 0 0,1 0 0,-1 0 0,1 0 0,0-1 0,-1 0 0,1 1 0,0-1 0,0-1 0,1 1 0,-1 0 0,0-1 0,1 0 0,-1 0 0,0 0 0,8 0 0,43 2 0,109-8 0,-37-1 0,-77 6-1365,-2 0-5461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4:35:25.56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8515 4052 24575,'0'-7'0,"-1"1"0,-1-1 0,1 0 0,-1 0 0,0 0 0,-1 1 0,0-1 0,0 1 0,0 0 0,-7-10 0,-49-60 0,41 55 0,-42-51 0,-2 3 0,-4 3 0,-76-59 0,-60-24 0,-222-124 0,-237-94 0,120 107 0,-18 25 0,199 86 0,129 63 0,-243-55 0,122 40 0,176 46 0,-826-243 0,492 146 0,461 139 0,-733-232 0,536 161 0,233 78 0,0-1 0,1 0 0,0 0 0,0-1 0,1-1 0,-14-13 0,-35-25 0,-355-255 0,345 250 0,-1 2 0,-156-79 0,139 79 0,70 38 0,0 0 0,-1 1 0,-1 1 0,0 1 0,0 1 0,-1 1 0,0 0 0,-33-5 0,19 11 0,28 1 0,-1 0 0,1-1 0,-1 0 0,1 0 0,0 0 0,-11-4 0,18 5 0,0 0 0,0 0 0,0 0 0,-1 0 0,1 0 0,0 0 0,0 0 0,-1 0 0,1 0 0,0-1 0,0 1 0,0 0 0,0 0 0,-1 0 0,1 0 0,0-1 0,0 1 0,0 0 0,0 0 0,0 0 0,0-1 0,-1 1 0,1 0 0,0 0 0,0 0 0,0-1 0,0 1 0,0 0 0,0 0 0,0-1 0,0 1 0,0 0 0,0 0 0,0 0 0,0-1 0,0 1 0,0 0 0,0 0 0,0-1 0,1 1 0,-1 0 0,9-11 0,24-11 0,-27 18 0,17-10 0,1 0 0,1 2 0,0 1 0,0 0 0,1 2 0,1 1 0,30-5 0,-318 12 0,232 1 0,16-1 0,-1 1 0,1 0 0,-1 1 0,1 1 0,-16 3 0,26-4 0,0 0 0,0 0 0,-1 1 0,1-1 0,0 1 0,0 0 0,1 0 0,-1 0 0,0 0 0,1 0 0,-1 1 0,1-1 0,-1 1 0,1-1 0,0 1 0,0 0 0,1 0 0,-1 0 0,0 0 0,1 0 0,0 0 0,0 0 0,0 1 0,0-1 0,0 5 0,-3 23 0,3 0 0,0 0 0,7 52 0,-1 0 0,-5-73 0,1-1 0,0 1 0,0-1 0,1 0 0,5 16 0,-7-23 0,1-1 0,0 1 0,-1 0 0,1 0 0,0 0 0,0-1 0,0 1 0,0 0 0,0-1 0,1 1 0,-1-1 0,0 1 0,1-1 0,-1 0 0,1 0 0,-1 1 0,1-1 0,0 0 0,0 0 0,-1-1 0,1 1 0,0 0 0,0-1 0,0 1 0,0-1 0,0 1 0,0-1 0,0 0 0,-1 0 0,1 0 0,0 0 0,0 0 0,0 0 0,3-1 0,-3 0 0,1 0 0,0-1 0,-1 1 0,1-1 0,-1 1 0,0-1 0,0 0 0,0 0 0,0 0 0,0 0 0,0 0 0,0 0 0,0-1 0,-1 1 0,1-1 0,-1 1 0,0-1 0,0 1 0,0-1 0,0 0 0,0 1 0,0-1 0,0-5 0,2-10 0,-1 1 0,0-29 0,-2 34 0,0-79-1365,-1 52-5461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2:55.83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7992 638 24575,'0'-2'0,"-1"1"0,1-1 0,-1 1 0,0-1 0,0 1 0,1 0 0,-1-1 0,0 1 0,0 0 0,0 0 0,0 0 0,-1 0 0,1 0 0,0 0 0,0 0 0,-1 0 0,1 0 0,0 1 0,-1-1 0,1 0 0,-1 1 0,1-1 0,-1 1 0,1 0 0,-1-1 0,-2 1 0,-50-8 0,46 8 0,-196-6 0,154 7 0,0-1 0,0-3 0,0-2 0,-95-22 0,45-5 0,27 8 0,-125-25 0,-411-39 0,109 53 0,68 9 0,152-6 0,-645-51 0,134 80 0,405 6 0,-2380-3 0,2749 0 0,0 0 0,0 2 0,-23 4 0,35-6 0,1 2 0,0-1 0,0 0 0,-1 1 0,1 0 0,0 0 0,1 0 0,-1 0 0,0 1 0,1-1 0,-1 1 0,1 0 0,0 0 0,0 0 0,0 1 0,0-1 0,0 1 0,-2 5 0,-17 47 0,20-48 0,-1 1 0,0-1 0,0 1 0,-1-1 0,0 0 0,0 0 0,-1 0 0,0-1 0,0 0 0,-10 11 0,14-17 0,0-1 0,1 1 0,-1 0 0,0-1 0,1 1 0,-1-1 0,0 1 0,0-1 0,0 1 0,1-1 0,-1 1 0,0-1 0,0 0 0,0 0 0,0 1 0,0-1 0,0 0 0,0 0 0,0 0 0,1 0 0,-1 0 0,0 0 0,0 0 0,0 0 0,0 0 0,0-1 0,0 1 0,0 0 0,-1-1 0,0-1 0,1 1 0,0 0 0,-1-1 0,1 0 0,0 1 0,0-1 0,0 0 0,0 1 0,0-1 0,0 0 0,1 0 0,-1 0 0,0-2 0,-7-63 0,8 66 0,2-242 0,0 166 0,-4 197 0,5 139 0,-3-255 0,0 1 0,1 0 0,-1-1 0,1 1 0,0-1 0,1 1 0,-1-1 0,1 0 0,0 1 0,0-1 0,0 0 0,1 0 0,-1 0 0,1-1 0,0 1 0,0-1 0,0 1 0,1-1 0,-1 0 0,7 4 0,-1-2 0,0-1 0,0 0 0,0-1 0,0 0 0,1-1 0,0 0 0,-1 0 0,17 1 0,140-1-1365,-123-4-5461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3:00.85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8286 1 24575,'-1336'0'0,"1247"4"0,1 5 0,-150 34 0,148-23 0,-2-4 0,-132 5 0,-279-1 0,-21-8 0,199-8 0,187 6 0,1 5 0,-187 47 0,139-26 0,-330 20 0,-177-50 0,363-9 0,-45 1 0,-392 5 0,674 3 0,1 4 0,-123 31 0,121-28 0,69-11 0,0 1 0,1 1 0,-44 14 0,-103 54 0,114-47 0,36-15 0,0 1 0,1 1 0,0 1 0,1 1 0,0 0 0,1 2 0,-24 27 0,-91 130 0,109-140 0,-12 9 0,35-42 0,-1 1 0,0-1 0,1 1 0,-1-1 0,0 1 0,0-1 0,1 1 0,-1-1 0,0 0 0,0 1 0,0-1 0,1 0 0,-1 0 0,0 1 0,0-1 0,0 0 0,0 0 0,0 0 0,1 0 0,-3-1 0,2 1 0,0-1 0,0 0 0,1 1 0,-1-1 0,0 0 0,0 0 0,1 0 0,-1 0 0,0 0 0,1 0 0,-1 0 0,1 0 0,-1 0 0,1 0 0,0 0 0,-1 0 0,1 0 0,0 0 0,0 0 0,0 0 0,0-2 0,-8-76 0,9 63 0,-2 0 0,0 1 0,-1-1 0,0 1 0,-2 0 0,0-1 0,0 1 0,-1 1 0,-9-19 0,14 33 0,-1-1 0,1 1 0,0-1 0,0 1 0,0 0 0,0-1 0,-1 1 0,1-1 0,0 1 0,-1 0 0,1-1 0,0 1 0,0 0 0,-1-1 0,1 1 0,-1 0 0,1-1 0,0 1 0,-1 0 0,1 0 0,-1 0 0,1-1 0,0 1 0,-1 0 0,1 0 0,-1 0 0,1 0 0,-1 0 0,1 0 0,-1 0 0,1 0 0,0 0 0,-1 0 0,0 0 0,-7 15 0,3 25 0,4-32 0,1-1 0,0 0 0,1 1 0,-1-1 0,1 0 0,1 0 0,0 1 0,0-1 0,0 0 0,1 0 0,0-1 0,0 1 0,1-1 0,-1 1 0,2-1 0,5 7 0,-4-6 0,1-1 0,0 1 0,1-2 0,-1 1 0,1-1 0,0 0 0,0-1 0,0 1 0,1-2 0,0 1 0,-1-1 0,16 3 0,99 28 77,-71-19-798,57 10 0,-74-20-6105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3:07.39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5008 0 24575,'7'2'0,"0"0"0,1 0 0,-1 0 0,0 1 0,-1 1 0,1-1 0,0 1 0,-1 0 0,0 0 0,0 1 0,0 0 0,7 7 0,3 2 0,1 1 0,-1 0 0,0 1 0,-1 1 0,22 33 0,43 84 0,-48-77 0,-4-2 0,-2 0 0,28 95 0,18 39 0,111 184 0,-135-266 0,40 127 0,-77-201 0,9 23 0,-1 1 0,-4 1 0,-2 1 0,10 104 0,-20-126 0,10 51 0,3 24 0,-10 520 0,-9-346 0,4-219 0,-2-1 0,-4 1 0,-2-1 0,-19 74 0,22-126 0,-88 306 0,70-257 0,-2-1 0,-66 117 0,55-120 0,4-5 0,-49 63 0,68-101 0,-1-1 0,-1-1 0,0 0 0,-1 0 0,-1-1 0,0-1 0,-1-1 0,-20 10 0,-63 33 0,-81 36 0,77-43 0,57-24 0,-59 19 0,73-29 0,1 2 0,1 1 0,0 1 0,2 2 0,-38 30 0,-40 24 0,62-44 0,6-4 0,-67 31 0,-165 53 0,228-97 0,0-2 0,0-2 0,-1-2 0,0-1 0,-55-2 0,-25 3 0,-246 8 0,-66 6 0,-459 43 0,-613-67 0,1494 4 0,0 0 0,1 1 0,0 1 0,-1 0 0,1 1 0,0 0 0,0 1 0,-15 6 0,21-7 0,1 1 0,1-1 0,-1 1 0,0 0 0,1 1 0,0-1 0,0 1 0,0 0 0,1 1 0,0-1 0,0 1 0,0-1 0,0 1 0,1 0 0,0 1 0,0-1 0,-3 13 0,2-4 0,2-6 0,0-1 0,0 0 0,-1 1 0,-1-1 0,-4 9 0,7-15 0,0-1 0,1 0 0,-1 0 0,0 0 0,0 0 0,0 0 0,0 0 0,0 0 0,0-1 0,0 1 0,0 0 0,0 0 0,0-1 0,0 1 0,0-1 0,-1 1 0,1-1 0,0 1 0,-1-1 0,1 0 0,0 0 0,0 1 0,-1-1 0,1 0 0,0 0 0,-1 0 0,1-1 0,0 1 0,-1 0 0,1 0 0,0-1 0,0 1 0,-1-1 0,1 1 0,0-1 0,0 1 0,0-1 0,0 0 0,0 0 0,0 1 0,0-1 0,-2-1 0,-11-13 0,0-1 0,0 0 0,2-1 0,0 0 0,1 0 0,-15-32 0,26 49 0,-19-52 0,19 26 0,1 26 0,-1-1 0,0 1 0,1-1 0,-1 1 0,0-1 0,1 1 0,-1-1 0,1 1 0,-1-1 0,1 1 0,-1 0 0,1-1 0,-1 1 0,1 0 0,-1-1 0,1 1 0,-1 0 0,1 0 0,-1-1 0,1 1 0,0 0 0,-1 0 0,1 0 0,-1 0 0,1 0 0,0 0 0,-1 0 0,1 0 0,0 0 0,-1 0 0,1 0 0,-1 0 0,2 1 0,2 0 0,0 1 0,0 0 0,0 0 0,0 0 0,-1 0 0,1 1 0,-1-1 0,1 1 0,-1 0 0,0 0 0,0 0 0,0 1 0,4 5 0,32 54 0,-35-56 0,3 6 0,0-1 0,0 0 0,1 0 0,1 0 0,0-2 0,14 14 0,-19-21 0,-1 0 0,1 0 0,0-1 0,0 0 0,0 0 0,0 0 0,1 0 0,-1-1 0,0 0 0,1 1 0,-1-2 0,1 1 0,-1 0 0,1-1 0,0 0 0,-1 0 0,1 0 0,-1-1 0,1 0 0,-1 1 0,1-2 0,-1 1 0,9-4 0,28-13-1365,-1-4-5461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3:49.539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 24575,'7'5'0,"0"0"0,0 0 0,1 0 0,0-1 0,-1-1 0,2 1 0,14 4 0,10 4 0,579 274 0,-116-53 0,405 163 0,81 36 0,-309-73 0,-138-67 25,14-27-145,309 162-1644,-759-371-4568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3:51.06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37 1 24575,'-6'0'0,"-2"6"0,-1 8 0,3 9 0,1 12 0,2 7 0,8 2 0,3 0 0,0-1 0,-1-2 0,4-8 0,1 4 0,-3 7 0,4 3 0,0-1 0,4-7 0,-1-12-8191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3:52.10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1 156 24575,'6'0'0,"15"0"0,16-6 0,8-3 0,3 1 0,-1 2 0,-2-5 0,-2 0 0,4-5 0,13 1 0,2-4 0,-3 2 0,-5-3 0,-12 2-8191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8:06.33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1660 42 24575,'1'-2'0,"-1"1"0,1 0 0,-1 0 0,1-1 0,-1 1 0,1 0 0,-1 0 0,1 0 0,0-1 0,0 1 0,0 0 0,0 0 0,0 0 0,0 0 0,0 1 0,0-1 0,0 0 0,0 0 0,0 0 0,0 1 0,1-1 0,-1 1 0,0-1 0,0 1 0,1 0 0,-1-1 0,3 1 0,42-7 0,-41 6 0,419-5 0,-236 9 0,-73-5 0,-54-2 0,-1 4 0,0 2 0,0 3 0,70 15 0,0 14 0,187 76 0,-248-80 0,-2 3 0,-1 3 0,-2 3 0,74 58 0,-121-82 0,-1 0 0,0 0 0,-2 1 0,0 1 0,23 36 0,43 101 0,-58-107 0,2 0 0,39 55 0,-50-84 0,0 1 0,-1 1 0,-1-1 0,-1 2 0,-1 0 0,-1 0 0,-1 0 0,9 41 0,-8-29 0,2 0 0,1-1 0,29 55 0,-25-58 0,-2 1 0,-1 0 0,-1 1 0,9 42 0,2 84 0,-7 0 0,-6 1 0,-14 174 0,2-301 0,-1 1 0,-2 0 0,-1-1 0,-2 0 0,-21 50 0,-82 145 0,95-195 0,-188 312 0,172-283 0,-2-2 0,-3-1 0,-57 66 0,11-21 0,55-64 0,-38 39 0,44-54 0,3-2 0,0-1 0,-2-1 0,0-1 0,-1 0 0,-33 18 0,-444 205 0,400-192 0,-185 125 0,159-92 0,-369 181 0,433-234 0,2 3 0,0 2 0,-56 44 0,84-57 0,0-1 0,-2-1 0,0-2 0,-1-2 0,0 0 0,-54 12 0,76-23 0,-64 26 0,1 3 0,1 4 0,-78 51 0,-118 57 0,27-24 0,117-56 0,118-59 0,0 0 0,1 0 0,-1 1 0,1 0 0,0 1 0,1 0 0,0 0 0,-7 10 0,5-7 0,0 0 0,0 0 0,-16 12 0,25-23 0,-1 1 0,0 0 0,0 0 0,1-1 0,-1 1 0,0-1 0,0 1 0,0-1 0,0 1 0,0-1 0,0 1 0,0-1 0,0 0 0,0 1 0,0-1 0,0 0 0,0 0 0,0 0 0,0 0 0,0 0 0,0 0 0,0 0 0,0 0 0,0 0 0,0-1 0,0 1 0,0 0 0,0-1 0,0 1 0,0 0 0,0-1 0,0 1 0,1-1 0,-1 0 0,0 1 0,0-1 0,0 0 0,1 1 0,-1-1 0,0 0 0,1 0 0,-1 0 0,1 0 0,-1 1 0,1-1 0,-1 0 0,1 0 0,-1 0 0,1 0 0,0 0 0,0 0 0,0 0 0,-1 0 0,1-2 0,-2-9 0,0-1 0,0 1 0,1-19 0,0 24 0,2-241 0,2 102 0,-4 134 0,1 7 0,-1-1 0,1 1 0,0 0 0,0 0 0,1-1 0,0 1 0,0 0 0,0 0 0,0 0 0,1 0 0,0 0 0,0 0 0,3-6 0,-4 11 0,-1-1 0,0 1 0,0 0 0,0 0 0,0 0 0,0 0 0,1 0 0,-1 0 0,0 0 0,0 0 0,0-1 0,1 1 0,-1 0 0,0 0 0,0 0 0,0 0 0,0 0 0,1 0 0,-1 0 0,0 0 0,0 0 0,0 0 0,1 0 0,-1 0 0,0 0 0,0 1 0,0-1 0,1 0 0,-1 0 0,0 0 0,0 0 0,0 0 0,0 0 0,1 0 0,-1 0 0,0 1 0,0-1 0,0 0 0,0 0 0,0 0 0,0 0 0,0 0 0,1 1 0,-1-1 0,0 0 0,0 0 0,0 0 0,0 1 0,6 15 0,-1 16 0,-1 225 0,-3-42 0,-1-210 0,1 1 0,0-1 0,0 0 0,0 0 0,0 1 0,1-1 0,0 0 0,0-1 0,0 1 0,1 0 0,-1 0 0,1-1 0,0 0 0,0 1 0,1-1 0,0-1 0,-1 1 0,1 0 0,0-1 0,1 0 0,-1 0 0,1 0 0,8 4 0,6 1 0,1-1 0,0-1 0,0-1 0,40 5 0,64 3 0,213-5 0,-133-8 0,-164 2 0,56 12 0,18 0 0,-72-12-1365,-6-1-5461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8:08.366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321 0 24575,'-1'4'0,"-1"0"0,0 0 0,0-1 0,0 1 0,0-1 0,-1 0 0,0 1 0,1-1 0,-1 0 0,0-1 0,0 1 0,-1 0 0,-6 3 0,1 2 0,-65 49 0,54-43 0,0 0 0,1 2 0,1 0 0,0 1 0,2 0 0,0 2 0,-15 21 0,25-31 0,1 0 0,0-1 0,0 1 0,1 1 0,1-1 0,0 1 0,-3 11 0,6-17 0,-1 0 0,1 1 0,1-1 0,-1 1 0,0-1 0,1 0 0,0 0 0,0 1 0,1-1 0,-1 0 0,1 0 0,0 0 0,0 0 0,0 0 0,0-1 0,1 1 0,-1 0 0,7 5 0,63 65 0,-44-47 0,43 53 0,-42-41-1365,-5-4-5461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8:50.201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1038 1 24575,'1052'0'0,"-960"4"0,123 22 0,-3 1 0,350-4 0,-186-12 0,-336-10 0,523 46 0,313 69 0,-599-83 0,147 11 0,-159-22 0,327 72 0,-212-27 0,-355-63 0,622 119 0,-598-108 0,0 3 0,-2 1 0,0 2 0,-2 3 0,0 1 0,-2 3 0,0 1 0,-2 2 0,-2 2 0,-1 1 0,35 42 0,-28-20 0,-2 2 0,-3 2 0,34 66 0,-59-95 0,-1 2 0,-1-1 0,-1 2 0,-3-1 0,0 2 0,-2-1 0,-2 1 0,-1 0 0,-1 0 0,-3 0 0,0 0 0,-3 0 0,-12 68 0,10-82 0,-1-1 0,-2 0 0,1-1 0,-2 1 0,-1-2 0,0 1 0,-18 23 0,-12 8 0,-50 50 0,38-44 0,5-5 0,-2-2 0,-2-2 0,-2-2 0,-3-3 0,-86 51 0,-585 276 0,592-315 0,-151 40 0,-101 38 0,307-103 0,-1-3 0,-1-4 0,-141 18 0,141-26 0,-1677 212 0,1505-199 0,-659 133 0,704-107 0,-113 22 0,-172 38 0,436-97 0,-344 109 0,165-24 0,200-81 0,0 2 0,2 1 0,1 1 0,-34 32 0,-92 78 0,97-84 0,2 2 0,-84 94 0,99-92 0,8-11 0,-60 91 0,88-117 0,1-1 0,0 2 0,2-1 0,0 1 0,1 0 0,1 1 0,0-1 0,2 1 0,-3 33 0,5-41 0,0 1 0,-1 0 0,0-1 0,-1 1 0,-9 20 0,11-29 0,0-1 0,0 1 0,0-1 0,-1 0 0,1 1 0,-1-1 0,0 0 0,1 0 0,-1 0 0,0 0 0,0-1 0,0 1 0,-1-1 0,-2 3 0,4-4 0,-1 1 0,0-1 0,0 0 0,0 1 0,0-1 0,1 0 0,-1 0 0,0 0 0,0-1 0,0 1 0,0 0 0,0-1 0,1 1 0,-1-1 0,0 1 0,0-1 0,1 0 0,-1 0 0,0 0 0,1 0 0,-1 0 0,1 0 0,-2-2 0,-5-4 0,1 0 0,0 0 0,0-1 0,1-1 0,0 1 0,1-1 0,0 0 0,0 0 0,1 0 0,0-1 0,0 1 0,1-1 0,-3-18 0,0-4 0,2-1 0,0 0 0,3-34 0,0 16 0,0 15 0,1-1 0,8-49 0,-8 85 0,0 1 0,0 0 0,0-1 0,0 1 0,0-1 0,0 1 0,0-1 0,0 1 0,0-1 0,0 1 0,1-1 0,-1 1 0,0 0 0,0-1 0,1 1 0,-1-1 0,0 1 0,0 0 0,1-1 0,-1 1 0,0 0 0,1-1 0,-1 1 0,0 0 0,1 0 0,-1-1 0,1 1 0,-1 0 0,0 0 0,1 0 0,-1-1 0,1 1 0,-1 0 0,1 0 0,-1 0 0,1 0 0,-1 0 0,1 0 0,-1 0 0,1 0 0,-1 0 0,0 0 0,1 0 0,-1 0 0,1 1 0,-1-1 0,1 0 0,-1 0 0,0 0 0,1 0 0,-1 1 0,1-1 0,-1 0 0,0 1 0,1-1 0,-1 0 0,0 1 0,1-1 0,-1 0 0,0 1 0,1-1 0,-1 1 0,23 28 0,11 30 0,-4 1 0,-2 2 0,-2 0 0,-4 2 0,26 118 0,-46-174 0,0 0 0,0 0 0,0-1 0,1 1 0,1 0 0,-1-1 0,1 0 0,0 0 0,1 0 0,6 7 0,-8-11 0,0 0 0,0-1 0,0 1 0,1-1 0,-1 0 0,1 0 0,-1 0 0,1-1 0,0 1 0,0-1 0,-1 0 0,1 0 0,0 0 0,0-1 0,0 1 0,0-1 0,0 0 0,0 0 0,1-1 0,-1 1 0,0-1 0,-1 0 0,7-1 0,9-4 0,-1 0 0,0-1 0,0-1 0,-1-1 0,19-13 0,84-64 0,-13 9 0,-66 52-455,2 3 0,66-27 0,-72 36-6371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8:52.77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246 1 24575,'0'36'0,"-1"0"0,-1 0 0,-10 45 0,8-67 0,0 0 0,-1 0 0,0-1 0,-1 1 0,0-1 0,-2 0 0,1-1 0,-1 0 0,-1 0 0,0-1 0,-11 11 0,6-8 0,-35 32 0,47-43 0,-1-1 0,-1 0 0,1 0 0,0 0 0,0 0 0,-1-1 0,1 1 0,-1-1 0,1 0 0,-1 0 0,0 0 0,1 0 0,-1-1 0,-4 1 0,7-1 0,0 0 0,0 0 0,1 0 0,-1 0 0,0 0 0,0 0 0,1 0 0,-1 0 0,0 0 0,1 0 0,-1 0 0,0 0 0,0-1 0,1 1 0,-1 0 0,0-1 0,1 1 0,-1 0 0,0-1 0,1 1 0,-1-1 0,1 1 0,-1-1 0,1 1 0,-1-1 0,1 1 0,-1-1 0,1 1 0,-1-1 0,1 0 0,0 1 0,-1-1 0,1 0 0,0 1 0,0-1 0,0 0 0,-1 0 0,1 1 0,0-1 0,0 0 0,0 1 0,0-1 0,0 0 0,0 0 0,0 1 0,1-2 0,0 0 0,0 0 0,0 0 0,0 0 0,0 0 0,0 0 0,0 1 0,1-1 0,-1 1 0,1-1 0,-1 1 0,1-1 0,0 1 0,-1 0 0,1 0 0,4-2 0,2 0 7,0 0 0,0 1 0,0 0 0,1 0 0,-1 1 1,1 0-1,0 0 0,-1 1 0,1 0 0,0 1 0,-1 0 0,1 0 0,-1 1 0,0 0 0,1 0 0,15 8 0,-4-1-255,0 2 1,-1 0-1,0 1 1,-1 1-1,24 21 1,-1 4-6579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9:25.550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1 368 24575,'162'2'0,"179"-5"0,-67-29 0,-47 0 0,-24 2 0,132-16 0,-70 8 0,-148 31 0,-71 5 0,68-10 0,331-45 0,-110 19 0,439-28 0,9 59 0,-195 38 0,-352 1 0,421 113 0,-626-136 0,-1 2 0,0 0 0,-1 2 0,53 33 0,-70-39 0,-2 1 0,1 1 0,-1 0 0,0 1 0,-1 0 0,0 0 0,-1 1 0,0 0 0,-1 0 0,0 1 0,0 0 0,-2 0 0,1 0 0,3 15 0,1 11 0,-2 0 0,-2 0 0,2 65 0,-10 123 0,-1-107 0,4 20 0,-4 101 0,0-218 0,0 0 0,-1 0 0,-2-1 0,0 0 0,-1 0 0,-1 0 0,-1-1 0,-1 0 0,-13 21 0,-9 7 0,-2 0 0,-50 52 0,-49 44 0,-7-6 0,-283 217 0,-1311 744 0,1376-919 0,120-64 0,127-56 0,55-28 0,-2-2 0,-88 32 0,17-21 0,-7 1 0,-192 87 0,155-30 0,111-61 0,-85 39 0,131-69 0,1 2 0,0 0 0,0 1 0,1 1 0,1 0 0,0 1 0,-22 28 0,31-37 0,3-3 0,0 1 0,0 0 0,0-1 0,-1 1 0,1-1 0,-1 1 0,1-1 0,-1 0 0,1 0 0,-1 0 0,0 0 0,0 0 0,1 0 0,-1 0 0,0 0 0,0-1 0,0 1 0,0-1 0,0 1 0,0-1 0,-2 0 0,2 0 0,1-1 0,-1 0 0,1 1 0,-1-1 0,1 0 0,-1 0 0,1 0 0,0 0 0,0 0 0,0-1 0,0 1 0,-1 0 0,1 0 0,1-1 0,-1 1 0,0-1 0,0 1 0,0-1 0,1 1 0,-1-2 0,-4-14 0,0 1 0,2-1 0,-4-32 0,6 35 0,-32-187 0,31 277 0,-1 29 0,3-97 0,1 0 0,0 0 0,0 0 0,1 0 0,0 0 0,0 0 0,1 0 0,0 0 0,0-1 0,5 8 0,-5-11 0,0-1 0,0 1 0,1-1 0,0 1 0,-1-1 0,1 0 0,1 0 0,-1-1 0,0 1 0,1-1 0,-1 0 0,1 0 0,-1 0 0,1-1 0,0 0 0,6 1 0,12 1 0,0-1 0,31 0 0,-26-2 0,896-3 106,-392-2-1577,-428 5-5355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39:28.042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339 1 24575,'-4'1'0,"0"-1"0,0 1 0,0 1 0,0-1 0,0 1 0,0-1 0,1 1 0,-1 0 0,1 0 0,-1 1 0,1-1 0,0 1 0,-1 0 0,-4 6 0,-41 51 0,40-48 0,-51 78 0,40-56 0,-28 33 0,31-45 0,1 0 0,-14 27 0,26-42 0,0 1 0,0 0 0,1 0 0,0 0 0,0 0 0,1 0 0,0 0 0,0 1 0,1-1 0,-1 14 0,3-19 0,0 1 0,0-1 0,0 0 0,0 1 0,0-1 0,1 0 0,0 0 0,-1 0 0,1 0 0,0 0 0,1 0 0,-1-1 0,0 1 0,1-1 0,-1 1 0,1-1 0,0 0 0,0 0 0,0 0 0,0-1 0,6 4 0,7 1 0,1 1 0,0-2 0,18 4 0,-21-6 0,200 37 0,-64-14 0,-88-15-1365,-19-4-5461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40:03.267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1990 3 24575,'131'-2'0,"145"5"0,-269-2 0,1 0 0,-1 1 0,0 0 0,0 0 0,0 0 0,0 1 0,0 1 0,0-1 0,-1 1 0,1 0 0,-1 0 0,0 1 0,0 0 0,-1 0 0,0 0 0,0 1 0,7 8 0,2 7 0,0 0 0,-2 1 0,20 45 0,-26-50 0,0 0 0,-1 0 0,-1 1 0,-1 0 0,2 30 0,-4 94 0,-3-83 0,0 51 0,-22 152 0,16-204 0,6-30 0,-2-1 0,-1 1 0,-2-2 0,-12 36 0,-22 23 0,-3-1 0,-78 108 0,-9 16 0,68-102 0,-4-3 0,-5-3 0,-89 94 0,95-121 0,-104 124 0,-101 124 0,142-174 0,38-50 0,-117 96 0,113-110 0,-127 145 0,63-30 0,-37 19 0,118-133 0,73-79 0,1 0 0,-1 0 0,-1 0 0,1-1 0,-1 1 0,1-1 0,-11 5 0,15-9 0,0 0 0,0 1 0,0-1 0,0 0 0,0 0 0,0 1 0,0-1 0,0 0 0,0 0 0,0 0 0,0 0 0,0 0 0,0 0 0,0-1 0,0 1 0,0 0 0,0 0 0,0-1 0,0 1 0,0-1 0,0 1 0,-1-2 0,1 1 0,-1-1 0,1 0 0,-1 0 0,1 0 0,0 0 0,0 0 0,0 0 0,0 0 0,1 0 0,-1 0 0,0 0 0,1-1 0,0 1 0,-1-4 0,-4-76 0,5 64 0,0 1 0,-1 0 0,-1-1 0,-1 1 0,-1 0 0,-8-25 0,3 15 0,-10-45 0,2 6 0,24 151 0,-4-64 0,2 0 0,0 0 0,2 0 0,14 31 0,-18-45 0,0-1 0,1 0 0,0 0 0,0 0 0,1-1 0,-1 1 0,1-1 0,1 0 0,-1 0 0,0-1 0,1 1 0,0-1 0,0-1 0,1 1 0,-1-1 0,1 0 0,12 4 0,17-1 0,0-2 0,1-1 0,0-1 0,-1-2 0,44-6 0,13 1 0,76 2-1365,-94 3-5461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15T05:40:04.914"/>
    </inkml:context>
    <inkml:brush xml:id="br0">
      <inkml:brushProperty name="width" value="0.025" units="cm"/>
      <inkml:brushProperty name="height" value="0.025" units="cm"/>
      <inkml:brushProperty name="color" value="#FFFFFF"/>
    </inkml:brush>
  </inkml:definitions>
  <inkml:trace contextRef="#ctx0" brushRef="#br0">365 1 24575,'-13'7'0,"1"1"0,-1 0 0,1 1 0,1 0 0,0 1 0,0 0 0,-14 18 0,7-4 0,0 1 0,-22 42 0,7-13 0,-47 61 0,27-41 0,52-73 0,-1 1 0,1-1 0,0 1 0,-1 0 0,1 0 0,0-1 0,0 1 0,0 0 0,0 0 0,1 0 0,-1 0 0,1 0 0,-1 0 0,1 1 0,0-1 0,-1 0 0,1 0 0,0 0 0,0 0 0,1 0 0,-1 0 0,1 3 0,1-3 0,-1 0 0,1 0 0,0 0 0,0 0 0,1-1 0,-1 1 0,0-1 0,1 1 0,-1-1 0,0 0 0,1 0 0,-1 0 0,1 0 0,0 0 0,-1-1 0,6 2 0,16 3 24,0 2 0,-1 2 0,0 0 0,23 12 0,-36-16-159,0 1 0,0 0 0,-1 1 0,0 0 0,0 1 0,0 0 0,-1 0 0,0 1 0,-1 0 0,12 17 0,-1 10-6691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12/16/2025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1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5.xml"/><Relationship Id="rId5" Type="http://schemas.openxmlformats.org/officeDocument/2006/relationships/image" Target="../media/image10.png"/><Relationship Id="rId4" Type="http://schemas.openxmlformats.org/officeDocument/2006/relationships/customXml" Target="../ink/ink4.xml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customXml" Target="../ink/ink8.xml"/><Relationship Id="rId7" Type="http://schemas.openxmlformats.org/officeDocument/2006/relationships/customXml" Target="../ink/ink10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customXml" Target="../ink/ink9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customXml" Target="../ink/ink12.xml"/><Relationship Id="rId4" Type="http://schemas.openxmlformats.org/officeDocument/2006/relationships/image" Target="../media/image21.png"/><Relationship Id="rId9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5.xml"/><Relationship Id="rId5" Type="http://schemas.openxmlformats.org/officeDocument/2006/relationships/image" Target="../media/image27.png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9.png"/><Relationship Id="rId7" Type="http://schemas.openxmlformats.org/officeDocument/2006/relationships/image" Target="../media/image3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7.xml"/><Relationship Id="rId5" Type="http://schemas.openxmlformats.org/officeDocument/2006/relationships/image" Target="../media/image30.png"/><Relationship Id="rId4" Type="http://schemas.openxmlformats.org/officeDocument/2006/relationships/customXml" Target="../ink/ink16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9.xml"/><Relationship Id="rId5" Type="http://schemas.openxmlformats.org/officeDocument/2006/relationships/image" Target="../media/image33.png"/><Relationship Id="rId4" Type="http://schemas.openxmlformats.org/officeDocument/2006/relationships/customXml" Target="../ink/ink1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1.xml"/><Relationship Id="rId5" Type="http://schemas.openxmlformats.org/officeDocument/2006/relationships/image" Target="../media/image36.png"/><Relationship Id="rId4" Type="http://schemas.openxmlformats.org/officeDocument/2006/relationships/customXml" Target="../ink/ink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FB947B2-1356-3D31-0E3D-EC06C13CF1A7}"/>
              </a:ext>
            </a:extLst>
          </p:cNvPr>
          <p:cNvSpPr txBox="1"/>
          <p:nvPr/>
        </p:nvSpPr>
        <p:spPr>
          <a:xfrm>
            <a:off x="3366052" y="1524000"/>
            <a:ext cx="41346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Bookman Old Style" panose="02050604050505020204" pitchFamily="18" charset="0"/>
              </a:rPr>
              <a:t>React </a:t>
            </a:r>
            <a:r>
              <a:rPr lang="en-US" sz="3600" dirty="0" err="1">
                <a:solidFill>
                  <a:schemeClr val="accent4">
                    <a:lumMod val="75000"/>
                  </a:schemeClr>
                </a:solidFill>
                <a:latin typeface="Bookman Old Style" panose="02050604050505020204" pitchFamily="18" charset="0"/>
              </a:rPr>
              <a:t>js</a:t>
            </a:r>
            <a:endParaRPr lang="en-US" sz="3600" dirty="0">
              <a:solidFill>
                <a:schemeClr val="accent4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2660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617C0-498F-4BDC-07AE-9155954AA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63" y="132522"/>
            <a:ext cx="9660087" cy="642730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88766F-E236-6977-CD30-82CE6D40F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401" y="4204377"/>
            <a:ext cx="3732286" cy="15205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D84776-9FD9-9999-77E0-CF423D43E515}"/>
              </a:ext>
            </a:extLst>
          </p:cNvPr>
          <p:cNvSpPr txBox="1"/>
          <p:nvPr/>
        </p:nvSpPr>
        <p:spPr>
          <a:xfrm>
            <a:off x="4399722" y="3829878"/>
            <a:ext cx="1842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ookman Old Style" panose="02050604050505020204" pitchFamily="18" charset="0"/>
              </a:rPr>
              <a:t>Important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D7C2E40-EAEC-B64B-3580-91FCC8347F69}"/>
                  </a:ext>
                </a:extLst>
              </p14:cNvPr>
              <p14:cNvContentPartPr/>
              <p14:nvPr/>
            </p14:nvContentPartPr>
            <p14:xfrm>
              <a:off x="1720701" y="4093362"/>
              <a:ext cx="2585880" cy="350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D7C2E40-EAEC-B64B-3580-91FCC8347F6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16381" y="4089042"/>
                <a:ext cx="259452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13B7E5F-9C35-1976-D94A-49C12FC19674}"/>
                  </a:ext>
                </a:extLst>
              </p14:cNvPr>
              <p14:cNvContentPartPr/>
              <p14:nvPr/>
            </p14:nvContentPartPr>
            <p14:xfrm>
              <a:off x="1774701" y="4227282"/>
              <a:ext cx="3407040" cy="13665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13B7E5F-9C35-1976-D94A-49C12FC1967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70381" y="4222962"/>
                <a:ext cx="3415680" cy="1375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049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53D113-6439-43DE-259E-CBE23E75ACBD}"/>
              </a:ext>
            </a:extLst>
          </p:cNvPr>
          <p:cNvSpPr txBox="1"/>
          <p:nvPr/>
        </p:nvSpPr>
        <p:spPr>
          <a:xfrm>
            <a:off x="331304" y="413148"/>
            <a:ext cx="109860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Create a “components” folder inside the “src” folder to add components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C3FFE8-88BE-6EA7-83EF-F436C202B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304" y="1108925"/>
            <a:ext cx="2457793" cy="3801005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1015B9-91F8-0FF2-4421-082B0056E9A0}"/>
                  </a:ext>
                </a:extLst>
              </p14:cNvPr>
              <p14:cNvContentPartPr/>
              <p14:nvPr/>
            </p14:nvContentPartPr>
            <p14:xfrm>
              <a:off x="2178584" y="1846713"/>
              <a:ext cx="1757160" cy="40860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1015B9-91F8-0FF2-4421-082B0056E9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60584" y="1829073"/>
                <a:ext cx="1792800" cy="44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2510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1C887F-C316-BA49-9175-76B1F77F01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143990" cy="352815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648D33-9A87-F615-6F5C-9B71537AB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4792" y="2356248"/>
            <a:ext cx="7217208" cy="45017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776B70-2521-EEB5-48CA-0FDB6D45BA4B}"/>
              </a:ext>
            </a:extLst>
          </p:cNvPr>
          <p:cNvSpPr txBox="1"/>
          <p:nvPr/>
        </p:nvSpPr>
        <p:spPr>
          <a:xfrm>
            <a:off x="8726556" y="1437621"/>
            <a:ext cx="16830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ookman Old Style" panose="02050604050505020204" pitchFamily="18" charset="0"/>
              </a:rPr>
              <a:t>Important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4DF4E06-774F-6D5C-66E9-17612B497860}"/>
                  </a:ext>
                </a:extLst>
              </p14:cNvPr>
              <p14:cNvContentPartPr/>
              <p14:nvPr/>
            </p14:nvContentPartPr>
            <p14:xfrm>
              <a:off x="8983341" y="2014002"/>
              <a:ext cx="2322000" cy="15177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4DF4E06-774F-6D5C-66E9-17612B49786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979021" y="2009682"/>
                <a:ext cx="2330640" cy="152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FB26B45-C9CB-1CF7-B8C0-7BA00A9B99D1}"/>
                  </a:ext>
                </a:extLst>
              </p14:cNvPr>
              <p14:cNvContentPartPr/>
              <p14:nvPr/>
            </p14:nvContentPartPr>
            <p14:xfrm>
              <a:off x="7301781" y="2567682"/>
              <a:ext cx="4865040" cy="4111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FB26B45-C9CB-1CF7-B8C0-7BA00A9B99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97461" y="2563362"/>
                <a:ext cx="4873680" cy="411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0E17274D-01F3-7446-9091-7B8BB9E2443A}"/>
                  </a:ext>
                </a:extLst>
              </p14:cNvPr>
              <p14:cNvContentPartPr/>
              <p14:nvPr/>
            </p14:nvContentPartPr>
            <p14:xfrm>
              <a:off x="7271901" y="6564402"/>
              <a:ext cx="201600" cy="2242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0E17274D-01F3-7446-9091-7B8BB9E2443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267581" y="6560082"/>
                <a:ext cx="210240" cy="232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08545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2DE17F-4526-0AE8-DD2D-6CE8EDA608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741" y="124188"/>
            <a:ext cx="3115110" cy="28674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F562A5-16CE-6E72-FC1A-5B95687442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570" b="4009"/>
          <a:stretch/>
        </p:blipFill>
        <p:spPr>
          <a:xfrm>
            <a:off x="3131428" y="3103487"/>
            <a:ext cx="8815832" cy="36303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C67EF7-6B16-A65B-5313-644E7030AA83}"/>
              </a:ext>
            </a:extLst>
          </p:cNvPr>
          <p:cNvSpPr txBox="1"/>
          <p:nvPr/>
        </p:nvSpPr>
        <p:spPr>
          <a:xfrm>
            <a:off x="5738192" y="1461435"/>
            <a:ext cx="5261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anose="02050604050505020204" pitchFamily="18" charset="0"/>
              </a:rPr>
              <a:t>File Extension = “.mjs”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2AB41849-33A2-9BE1-6C58-286D6D60BE30}"/>
                  </a:ext>
                </a:extLst>
              </p14:cNvPr>
              <p14:cNvContentPartPr/>
              <p14:nvPr/>
            </p14:nvContentPartPr>
            <p14:xfrm>
              <a:off x="2632581" y="224082"/>
              <a:ext cx="3065760" cy="145908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2AB41849-33A2-9BE1-6C58-286D6D60BE3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28261" y="219762"/>
                <a:ext cx="3074400" cy="146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2267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13C19-B51C-6AAE-9EE7-4477B944AFEB}"/>
              </a:ext>
            </a:extLst>
          </p:cNvPr>
          <p:cNvSpPr txBox="1"/>
          <p:nvPr/>
        </p:nvSpPr>
        <p:spPr>
          <a:xfrm>
            <a:off x="3199737" y="236451"/>
            <a:ext cx="4492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accent4">
                    <a:lumMod val="75000"/>
                  </a:schemeClr>
                </a:solidFill>
                <a:latin typeface="Bookman Old Style" panose="02050604050505020204" pitchFamily="18" charset="0"/>
              </a:rPr>
              <a:t>Props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882C2-D018-E86E-8E34-1A0D021A45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28" y="1004140"/>
            <a:ext cx="10166668" cy="529424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5C0DE21-EB86-803F-F6CF-113D17AC57B7}"/>
                  </a:ext>
                </a:extLst>
              </p14:cNvPr>
              <p14:cNvContentPartPr/>
              <p14:nvPr/>
            </p14:nvContentPartPr>
            <p14:xfrm>
              <a:off x="4358061" y="1572642"/>
              <a:ext cx="2877120" cy="2296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5C0DE21-EB86-803F-F6CF-113D17AC57B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53741" y="1568322"/>
                <a:ext cx="288576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9702C44-2A5F-7BA4-ACC2-DD1EBE506451}"/>
                  </a:ext>
                </a:extLst>
              </p14:cNvPr>
              <p14:cNvContentPartPr/>
              <p14:nvPr/>
            </p14:nvContentPartPr>
            <p14:xfrm>
              <a:off x="4226301" y="1801962"/>
              <a:ext cx="2982960" cy="345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9702C44-2A5F-7BA4-ACC2-DD1EBE50645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221981" y="1797642"/>
                <a:ext cx="299160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91B20BA-5093-E8C4-C831-8027F56CFE19}"/>
                  </a:ext>
                </a:extLst>
              </p14:cNvPr>
              <p14:cNvContentPartPr/>
              <p14:nvPr/>
            </p14:nvContentPartPr>
            <p14:xfrm>
              <a:off x="5445981" y="1788642"/>
              <a:ext cx="2148840" cy="2000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91B20BA-5093-E8C4-C831-8027F56CFE1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41661" y="1784322"/>
                <a:ext cx="2157480" cy="200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1050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A27FC8-DCA7-F6C0-A819-F93B506F7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89" y="89508"/>
            <a:ext cx="7640116" cy="471553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1E0AA62A-E842-512B-F6AD-5AC13960FA98}"/>
              </a:ext>
            </a:extLst>
          </p:cNvPr>
          <p:cNvGrpSpPr/>
          <p:nvPr/>
        </p:nvGrpSpPr>
        <p:grpSpPr>
          <a:xfrm>
            <a:off x="6241221" y="1136322"/>
            <a:ext cx="2133000" cy="1049760"/>
            <a:chOff x="6241221" y="1136322"/>
            <a:chExt cx="2133000" cy="104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DBBDEBA-D452-1AD9-1D48-6769E7FA6DD4}"/>
                    </a:ext>
                  </a:extLst>
                </p14:cNvPr>
                <p14:cNvContentPartPr/>
                <p14:nvPr/>
              </p14:nvContentPartPr>
              <p14:xfrm>
                <a:off x="6280821" y="1178802"/>
                <a:ext cx="2093400" cy="10072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DBBDEBA-D452-1AD9-1D48-6769E7FA6DD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276501" y="1174482"/>
                  <a:ext cx="2102040" cy="10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6F01FE-FEB2-1F87-8204-8F89D0B4F0D5}"/>
                    </a:ext>
                  </a:extLst>
                </p14:cNvPr>
                <p14:cNvContentPartPr/>
                <p14:nvPr/>
              </p14:nvContentPartPr>
              <p14:xfrm>
                <a:off x="6241581" y="1165842"/>
                <a:ext cx="43200" cy="204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6F01FE-FEB2-1F87-8204-8F89D0B4F0D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237261" y="1161522"/>
                  <a:ext cx="51840" cy="21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AE9A58E0-80AE-6A71-1423-D338EE4DCE85}"/>
                    </a:ext>
                  </a:extLst>
                </p14:cNvPr>
                <p14:cNvContentPartPr/>
                <p14:nvPr/>
              </p14:nvContentPartPr>
              <p14:xfrm>
                <a:off x="6241221" y="1136322"/>
                <a:ext cx="222120" cy="565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AE9A58E0-80AE-6A71-1423-D338EE4DCE8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36901" y="1132002"/>
                  <a:ext cx="230760" cy="651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C124DBFD-AB8B-3829-1991-6BE2352546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90488" y="3815330"/>
            <a:ext cx="9935962" cy="295316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25099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695CFD-AB85-4D28-D7A2-73957E6716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5" y="71407"/>
            <a:ext cx="7620000" cy="5016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4E1533-3F66-35C3-3D93-3E927F3FF4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75" y="5465466"/>
            <a:ext cx="11436626" cy="754063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735F3BE6-12E5-321F-6598-3B997771BDA2}"/>
              </a:ext>
            </a:extLst>
          </p:cNvPr>
          <p:cNvGrpSpPr/>
          <p:nvPr/>
        </p:nvGrpSpPr>
        <p:grpSpPr>
          <a:xfrm>
            <a:off x="4901729" y="3348669"/>
            <a:ext cx="1540080" cy="2134800"/>
            <a:chOff x="4914981" y="3484962"/>
            <a:chExt cx="1540080" cy="21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45673B3-CB95-8DDF-33A4-C91E0CF78D5F}"/>
                    </a:ext>
                  </a:extLst>
                </p14:cNvPr>
                <p14:cNvContentPartPr/>
                <p14:nvPr/>
              </p14:nvContentPartPr>
              <p14:xfrm>
                <a:off x="4914981" y="3562722"/>
                <a:ext cx="1540080" cy="2057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45673B3-CB95-8DDF-33A4-C91E0CF78D5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910661" y="3558402"/>
                  <a:ext cx="1548720" cy="20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7C13808-74A9-6841-F047-03937E4E077E}"/>
                    </a:ext>
                  </a:extLst>
                </p14:cNvPr>
                <p14:cNvContentPartPr/>
                <p14:nvPr/>
              </p14:nvContentPartPr>
              <p14:xfrm>
                <a:off x="5463261" y="3484962"/>
                <a:ext cx="115920" cy="248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7C13808-74A9-6841-F047-03937E4E077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58941" y="3480642"/>
                  <a:ext cx="124560" cy="2574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609A4B48-4BDD-772B-2231-6FF6EFF01E44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6059"/>
          <a:stretch/>
        </p:blipFill>
        <p:spPr>
          <a:xfrm>
            <a:off x="7838992" y="2139839"/>
            <a:ext cx="4207233" cy="28457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6271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C1B306-A597-8D39-2D0E-8F543A826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4" y="180332"/>
            <a:ext cx="7620000" cy="5016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055E165-BC05-0D35-66F3-4DC850B5D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921" y="5615621"/>
            <a:ext cx="11622157" cy="61619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A2B74771-3D49-FE2C-4546-39395E2EA107}"/>
              </a:ext>
            </a:extLst>
          </p:cNvPr>
          <p:cNvGrpSpPr/>
          <p:nvPr/>
        </p:nvGrpSpPr>
        <p:grpSpPr>
          <a:xfrm>
            <a:off x="3389661" y="3657042"/>
            <a:ext cx="3056040" cy="2059200"/>
            <a:chOff x="3389661" y="3657042"/>
            <a:chExt cx="3056040" cy="205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D2A04ADD-1AB8-E0FD-C628-3B877505AF0A}"/>
                    </a:ext>
                  </a:extLst>
                </p14:cNvPr>
                <p14:cNvContentPartPr/>
                <p14:nvPr/>
              </p14:nvContentPartPr>
              <p14:xfrm>
                <a:off x="3389661" y="3763242"/>
                <a:ext cx="3056040" cy="1953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D2A04ADD-1AB8-E0FD-C628-3B877505AF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385341" y="3758922"/>
                  <a:ext cx="3064680" cy="19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FFBEDA4C-8A93-6BB5-775C-E57D46CE322A}"/>
                    </a:ext>
                  </a:extLst>
                </p14:cNvPr>
                <p14:cNvContentPartPr/>
                <p14:nvPr/>
              </p14:nvContentPartPr>
              <p14:xfrm>
                <a:off x="3754341" y="3657042"/>
                <a:ext cx="131760" cy="187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FFBEDA4C-8A93-6BB5-775C-E57D46CE322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750021" y="3652722"/>
                  <a:ext cx="140400" cy="1958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BE1CD735-7ECB-EAF3-F8B4-182D36B662A5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6059"/>
          <a:stretch/>
        </p:blipFill>
        <p:spPr>
          <a:xfrm>
            <a:off x="7838992" y="2139839"/>
            <a:ext cx="4207233" cy="28457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48731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D6061A-4CBD-F759-BD70-A4C7F20DC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4" y="180332"/>
            <a:ext cx="7620000" cy="5016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C0E7124-27FE-C4B0-B913-34AF68E986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74" y="5641888"/>
            <a:ext cx="11969561" cy="546877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7022DB37-60C1-F4C5-349A-AA9A99974675}"/>
              </a:ext>
            </a:extLst>
          </p:cNvPr>
          <p:cNvGrpSpPr/>
          <p:nvPr/>
        </p:nvGrpSpPr>
        <p:grpSpPr>
          <a:xfrm>
            <a:off x="3802941" y="3802842"/>
            <a:ext cx="2255400" cy="1690920"/>
            <a:chOff x="3802941" y="3802842"/>
            <a:chExt cx="2255400" cy="169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71C0EC9-B637-66A5-34B2-6B099D22F68C}"/>
                    </a:ext>
                  </a:extLst>
                </p14:cNvPr>
                <p14:cNvContentPartPr/>
                <p14:nvPr/>
              </p14:nvContentPartPr>
              <p14:xfrm>
                <a:off x="3802941" y="3829482"/>
                <a:ext cx="2255400" cy="1664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71C0EC9-B637-66A5-34B2-6B099D22F68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798621" y="3825162"/>
                  <a:ext cx="2264040" cy="16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1E3381E-B1FB-3E4A-FC65-CF51B2115FF1}"/>
                    </a:ext>
                  </a:extLst>
                </p14:cNvPr>
                <p14:cNvContentPartPr/>
                <p14:nvPr/>
              </p14:nvContentPartPr>
              <p14:xfrm>
                <a:off x="3813381" y="3802842"/>
                <a:ext cx="223200" cy="2408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1E3381E-B1FB-3E4A-FC65-CF51B2115F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809061" y="3798522"/>
                  <a:ext cx="231840" cy="24948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D6D1DB2-A81C-0195-3965-C10E079EC17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6059"/>
          <a:stretch/>
        </p:blipFill>
        <p:spPr>
          <a:xfrm>
            <a:off x="7838992" y="2139839"/>
            <a:ext cx="4207233" cy="28457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27783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B2BBFCE-E249-2D2D-228B-E32F913B8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74" y="180332"/>
            <a:ext cx="7620000" cy="501637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ACC8E10-DCBF-42B6-9C76-31E6605D8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774" y="5766434"/>
            <a:ext cx="11853083" cy="634365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784F243-20B9-BA89-0865-4BB1524F7FAA}"/>
              </a:ext>
            </a:extLst>
          </p:cNvPr>
          <p:cNvGrpSpPr/>
          <p:nvPr/>
        </p:nvGrpSpPr>
        <p:grpSpPr>
          <a:xfrm>
            <a:off x="4743261" y="4054842"/>
            <a:ext cx="943560" cy="1620360"/>
            <a:chOff x="4743261" y="4054842"/>
            <a:chExt cx="943560" cy="162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8138CF7-B50D-5A55-686E-6D82CD2E53C4}"/>
                    </a:ext>
                  </a:extLst>
                </p14:cNvPr>
                <p14:cNvContentPartPr/>
                <p14:nvPr/>
              </p14:nvContentPartPr>
              <p14:xfrm>
                <a:off x="4743261" y="4199922"/>
                <a:ext cx="943560" cy="147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8138CF7-B50D-5A55-686E-6D82CD2E53C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38941" y="4195602"/>
                  <a:ext cx="952200" cy="14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19A0D2-7D0A-3511-138C-984945622AE8}"/>
                    </a:ext>
                  </a:extLst>
                </p14:cNvPr>
                <p14:cNvContentPartPr/>
                <p14:nvPr/>
              </p14:nvContentPartPr>
              <p14:xfrm>
                <a:off x="5407821" y="4054842"/>
                <a:ext cx="131760" cy="2541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19A0D2-7D0A-3511-138C-984945622AE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403501" y="4050522"/>
                  <a:ext cx="140400" cy="26280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3A37EE64-F54F-9002-E7BF-1966DD43BCE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r="56059"/>
          <a:stretch/>
        </p:blipFill>
        <p:spPr>
          <a:xfrm>
            <a:off x="7838992" y="2139839"/>
            <a:ext cx="4207233" cy="28457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9279894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99</TotalTime>
  <Words>26</Words>
  <Application>Microsoft Office PowerPoint</Application>
  <PresentationFormat>Widescreen</PresentationFormat>
  <Paragraphs>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Bookman Old Style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joshitejas188@gmail.com</dc:creator>
  <cp:lastModifiedBy>Tejas Joshi</cp:lastModifiedBy>
  <cp:revision>14</cp:revision>
  <dcterms:created xsi:type="dcterms:W3CDTF">2023-03-15T04:01:53Z</dcterms:created>
  <dcterms:modified xsi:type="dcterms:W3CDTF">2025-12-16T11:03:23Z</dcterms:modified>
</cp:coreProperties>
</file>